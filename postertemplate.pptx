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32918400" cy="30175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9000"/>
                </a:solidFill>
              </a:rPr>
              <a:t>Title and Names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058400" cy="640080"/>
          </a:xfrm>
          <a:prstGeom prst="rect">
            <a:avLst/>
          </a:prstGeom>
          <a:solidFill>
            <a:srgbClr val="FF9F00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058400" cy="74066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background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research question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978640"/>
            <a:ext cx="10058400" cy="640080"/>
          </a:xfrm>
          <a:prstGeom prst="rect">
            <a:avLst/>
          </a:prstGeom>
          <a:solidFill>
            <a:srgbClr val="FF9F00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0"/>
            <a:ext cx="10058400" cy="85953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procedure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participants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749039"/>
            <a:ext cx="10149840" cy="640080"/>
          </a:xfrm>
          <a:prstGeom prst="rect">
            <a:avLst/>
          </a:prstGeom>
          <a:solidFill>
            <a:srgbClr val="FF9F00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389120"/>
            <a:ext cx="10149840" cy="168249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88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9000"/>
                </a:solidFill>
              </a:rPr>
              <a:t>Use the third color for accents and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0" y="3749039"/>
            <a:ext cx="10058400" cy="640080"/>
          </a:xfrm>
          <a:prstGeom prst="rect">
            <a:avLst/>
          </a:prstGeom>
          <a:solidFill>
            <a:srgbClr val="FF9F00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0" y="4389120"/>
            <a:ext cx="10058400" cy="113385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hypotheses support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limitations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9920" y="15910559"/>
            <a:ext cx="10058400" cy="640080"/>
          </a:xfrm>
          <a:prstGeom prst="rect">
            <a:avLst/>
          </a:prstGeom>
          <a:solidFill>
            <a:srgbClr val="FF9000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Take Home Point/Main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0" y="16550640"/>
            <a:ext cx="10058400" cy="27432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219920" y="19568160"/>
            <a:ext cx="10058400" cy="1572768"/>
          </a:xfrm>
          <a:prstGeom prst="rect">
            <a:avLst/>
          </a:prstGeom>
          <a:solidFill>
            <a:srgbClr val="FF9F00"/>
          </a:solidFill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Contact and References (QR code)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